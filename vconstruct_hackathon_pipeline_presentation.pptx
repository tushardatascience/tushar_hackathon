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Schedule Designer</a:t>
            </a:r>
          </a:p>
          <a:p>
            <a:r>
              <a:t>ML + LLM Pipeline</a:t>
            </a:r>
          </a:p>
          <a:p>
            <a:r>
              <a:t>Vconstruct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 system that recommends a project schedule for a new construction project.</a:t>
            </a:r>
          </a:p>
          <a:p>
            <a:r>
              <a:t>Use historical project metadata and schedule data.</a:t>
            </a:r>
          </a:p>
          <a:p>
            <a:r>
              <a:t>Pipeline: Similarity Model + LLM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Project_JOB_meta_data.csv – Project attributes</a:t>
            </a:r>
          </a:p>
          <a:p>
            <a:r>
              <a:t>2. Project_Schedule_Data.csv – Historical schedules</a:t>
            </a:r>
          </a:p>
          <a:p>
            <a:r>
              <a:t>Used to find similar projects and retrieve their schedules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libraries:</a:t>
            </a:r>
          </a:p>
          <a:p>
            <a:r>
              <a:t>pandas, numpy</a:t>
            </a:r>
          </a:p>
          <a:p>
            <a:r>
              <a:t>scikit-learn</a:t>
            </a:r>
          </a:p>
          <a:p>
            <a:r>
              <a:t>openai</a:t>
            </a:r>
          </a:p>
          <a:p>
            <a:r>
              <a:t>Used for data processing, ML similarity, and LLM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Data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datasets using pandas.</a:t>
            </a:r>
          </a:p>
          <a:p>
            <a:r>
              <a:t>meta_df → project metadata</a:t>
            </a:r>
          </a:p>
          <a:p>
            <a:r>
              <a:t>schedule_df → schedule tasks for projects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missing values</a:t>
            </a:r>
          </a:p>
          <a:p>
            <a:r>
              <a:t>Fill numerical columns with median</a:t>
            </a:r>
          </a:p>
          <a:p>
            <a:r>
              <a:t>Standardize categorical values</a:t>
            </a:r>
          </a:p>
          <a:p>
            <a:r>
              <a:t>Remove duplicates</a:t>
            </a:r>
          </a:p>
          <a:p>
            <a:r>
              <a:t>Ensure consistent project 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Encode categorical features using LabelEncoder.</a:t>
            </a:r>
          </a:p>
          <a:p>
            <a:r>
              <a:t>Important features:</a:t>
            </a:r>
          </a:p>
          <a:p>
            <a:r>
              <a:t>Region, Business Unit, Market Sector,</a:t>
            </a:r>
          </a:p>
          <a:p>
            <a:r>
              <a:t>Project Type, Building Size, Cost Estimate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StandardScaler.</a:t>
            </a:r>
          </a:p>
          <a:p>
            <a:r>
              <a:t>Normalize numeric features so similarity calculation is fair.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Similarity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Cosine Similarity to compare projects.</a:t>
            </a:r>
          </a:p>
          <a:p>
            <a:r>
              <a:t>Find top similar historical projects for a new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Schedule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 schedules from schedule_data.csv</a:t>
            </a:r>
          </a:p>
          <a:p>
            <a:r>
              <a:t>for the most similar historical projects.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LLM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Azure OpenAI GPT‑4o.</a:t>
            </a:r>
          </a:p>
          <a:p>
            <a:r>
              <a:t>Provide new project details + retrieved schedules as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Schedule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generates a recommended project schedule.</a:t>
            </a:r>
          </a:p>
          <a:p>
            <a:r>
              <a:t>Output includes tasks and durations based on historical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End‑to‑End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Project Input → Feature Engineering → Similarity Detection</a:t>
            </a:r>
          </a:p>
          <a:p>
            <a:r>
              <a:t>→ Retrieve Historical Schedules → LLM Generation → Recommended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